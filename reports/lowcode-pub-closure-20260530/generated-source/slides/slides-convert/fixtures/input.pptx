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5055D9F-3386-4612-97C1-9EFDBBFF53E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833B6E5-9DCC-4FDF-BC94-F48744D619E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04D41D8-72EB-4A77-B8E9-D0AFD41B7AF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952ABB0-7BCA-4256-8EC0-F7EA2B9ABAF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8438C4EF-CA11-4E7E-BF14-9BC581741F0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C439F7E-8F50-41DD-964C-D4E4237C38A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4316FA3-03E3-4786-96E0-50A9A229BC7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8324F99-87F3-4B17-8EE4-464225E6FCF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80679D2-6FD9-4A5E-898A-95C53251340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1DABE6F-8588-46CA-95D3-9EF68DCCCA4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AF56F2-39C8-4888-93F2-DAEE4B61F32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2026-05-30T19:54:14.884</cp:lastPrinted>
  <dcterms:created xsi:type="dcterms:W3CDTF">2026-05-30T14:54:14Z</dcterms:created>
  <dcterms:modified xsi:type="dcterms:W3CDTF">2026-05-30T14:54:15Z</dcterms:modified>
</cp:coreProperties>
</file>