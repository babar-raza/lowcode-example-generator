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37C213E-DB60-493D-A806-18D0DA10EDA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EAA9F1B-F0E7-46D8-A7DE-4A2B25939B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C90D9C-09F0-406F-928C-CE5B1E22868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FD2149A-B121-4ADB-B540-4CC461F2925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1B30D19-2D75-428A-8046-74CFB3A8E5F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E2CCE52-8CF9-4E66-8C22-647B26AF76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0A69212-1DEE-46E7-8CB4-08817096E44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ADE8914-5DDC-4DEE-9436-15712E6ED80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0AB9FCC-9AEB-47FE-9009-43E99FCFCEC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9D288E5-97D3-45D1-8A4E-D75B5B5DDAA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572F225-94D4-4D85-909B-8EED5D97FAE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2026-06-02T14:32:48.911</cp:lastPrinted>
  <dcterms:created xsi:type="dcterms:W3CDTF">2026-06-02T09:32:48Z</dcterms:created>
  <dcterms:modified xsi:type="dcterms:W3CDTF">2026-06-02T09:32:48Z</dcterms:modified>
</cp:coreProperties>
</file>