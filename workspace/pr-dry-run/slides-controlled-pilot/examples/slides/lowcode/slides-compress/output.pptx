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C3D66EA-7163-4901-AA66-A3AD322D75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3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2026-06-01T20:55:04.997</cp:lastPrinted>
  <dcterms:created xsi:type="dcterms:W3CDTF">2026-06-01T15:55:05Z</dcterms:created>
  <dcterms:modified xsi:type="dcterms:W3CDTF">2026-06-01T15:55:06Z</dcterms:modified>
</cp:coreProperties>
</file>