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5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tags" Target="tags/tag1.xml" /><Relationship Id="rId5" Type="http://schemas.openxmlformats.org/officeDocument/2006/relationships/presProps" Target="presProps.xml" /><Relationship Id="rId6" Type="http://schemas.openxmlformats.org/officeDocument/2006/relationships/viewProps" Target="viewProps.xml" /><Relationship Id="rId7" Type="http://schemas.openxmlformats.org/officeDocument/2006/relationships/theme" Target="theme/theme1.xml" /><Relationship Id="rId8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F1C5A9D-5A05-4443-A0CA-9E6D4CDD2A2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50C7F2D-1F01-44CB-B48E-903D11C5311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33DC6F3-48F1-41EB-B560-64EA738D0BB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11C401A8-4363-4795-A09D-6D95EB8694F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B5DB10E5-4C62-4C87-B91D-75C2BB4C442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0DC53B45-EBBA-4401-B8FF-E18B3C18615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BECBA066-44A2-47F6-A049-2BCB56C1BE8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3071D19D-E555-43C9-A0C5-2440ABD694D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E1EB6265-8C7A-4468-8C39-6715293B2CA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145CC8C-2B3A-49A9-8DD2-F41648C401D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3CADF9F-4836-429C-9973-367DC29F841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1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8.0.22"/>
  <p:tag name="AS_OS" val="Microsoft Windows NT 10.0.26200.0"/>
  <p:tag name="AS_RELEASE_DATE" val="2026.05.14"/>
  <p:tag name="AS_TITLE" val="Aspose.Slides for .NET6"/>
  <p:tag name="AS_VERSION" val="26.5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0</Paragraphs>
  <Slides>2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Office Theme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26.0500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2026-06-01T20:55:19.656</cp:lastPrinted>
  <dcterms:created xsi:type="dcterms:W3CDTF">2026-06-01T15:55:19Z</dcterms:created>
  <dcterms:modified xsi:type="dcterms:W3CDTF">2026-06-01T15:55:20Z</dcterms:modified>
</cp:coreProperties>
</file>