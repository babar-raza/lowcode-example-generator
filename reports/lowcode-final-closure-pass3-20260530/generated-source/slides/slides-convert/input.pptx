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3243E3-10DB-49FE-BBE3-8CAD3887264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AEB24C0-B889-4F3B-83C0-8735B527AC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5432E57-07CF-4BD4-8FFB-58B361FCAB8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BB62E1F-2BB5-4401-AD82-020FA79EF9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A8AE93F8-6140-422A-BADB-518ED0A8864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DC78697-4E10-461E-8231-6A7720974E7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3366477-457A-4A93-85E1-3E65F65DC4C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13210A6-1C21-4660-9515-FFADEE2D1BE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B923D8E-9A1C-4CD9-A40C-3C5F7CE9907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2A4C23-2CAC-4143-8B3E-D6166CB3970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D11B392-7C67-44A4-A66B-A628D3FF42B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2026-05-29T22:18:27.765</cp:lastPrinted>
  <dcterms:created xsi:type="dcterms:W3CDTF">2026-05-29T17:18:27Z</dcterms:created>
  <dcterms:modified xsi:type="dcterms:W3CDTF">2026-05-29T17:18:28Z</dcterms:modified>
</cp:coreProperties>
</file>