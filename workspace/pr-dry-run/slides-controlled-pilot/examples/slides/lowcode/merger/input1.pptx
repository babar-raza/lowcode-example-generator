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E6EC042-9310-4F60-B206-674A29BCBF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FD8AD75-7762-45E5-A508-441600F1968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91752B6-733E-4ADB-9F73-F9E7876E617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5CC80AF-4AAC-48A1-8209-9C09E55F0AB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B25A7837-213D-4441-BE2E-2C06394953E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105AB956-1201-4C8D-9C57-1E3726337D1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A737282-BBBB-40CE-9825-58112BC3B41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5AEA085-97F0-48FE-AC63-41BF3065328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D8BC535-852A-4B02-8151-1D9E3B8C1D0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8C6B561-2B54-4C92-90C6-E56F5EF566C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19049AD-9128-4160-A76E-F45C2ACD7E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2026-06-02T14:32:47.199</cp:lastPrinted>
  <dcterms:created xsi:type="dcterms:W3CDTF">2026-06-02T09:32:47Z</dcterms:created>
  <dcterms:modified xsi:type="dcterms:W3CDTF">2026-06-02T09:32:47Z</dcterms:modified>
</cp:coreProperties>
</file>