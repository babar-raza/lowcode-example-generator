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B20AC88-AF55-49D7-80C6-853B0F9597B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E11E4FC-854A-4DCC-BF1B-4BBD2477526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C4D64CA-CD09-46C7-B819-CC39657167B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454AEE55-9B80-4FB8-9A6D-8E912C08AB7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C420037E-CFE7-4958-8F82-15DFE7733B2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C31C5726-2085-49B3-8679-B8AA668E0E4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E3FFA5CB-BB83-4CE0-81D4-10E695E0DD5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5F5D4AE4-508B-4BF7-9F9E-FBD34923C3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876EAF52-B308-45A4-8E76-BC605F1D5EA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7A0EC74-B05C-4FB2-8037-999654E13F2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D507B6D-D365-45E3-BD48-4C692FB8B92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New shape" title=""/>
          <p:cNvSpPr/>
          <p:nvPr/>
        </p:nvSpPr>
        <p:spPr>
          <a:xfrm>
            <a:off x="1270000" y="1270000"/>
            <a:ext cx="2540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2"/>
  <p:tag name="AS_OS" val="Microsoft Windows NT 10.0.26200.0"/>
  <p:tag name="AS_RELEASE_DATE" val="2026.05.14"/>
  <p:tag name="AS_TITLE" val="Aspose.Slides for .NET6"/>
  <p:tag name="AS_VERSION" val="26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0</Paragraphs>
  <Slides>1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4">
      <vt:lpstr>Arial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26.0500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2026-06-02T14:32:42.515</cp:lastPrinted>
  <dcterms:created xsi:type="dcterms:W3CDTF">2026-06-02T09:32:42Z</dcterms:created>
  <dcterms:modified xsi:type="dcterms:W3CDTF">2026-06-02T09:32:42Z</dcterms:modified>
</cp:coreProperties>
</file>