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34F84CC-923A-4A92-8B39-B757D60CACD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9C946D5-168C-4B83-8428-3EAA112239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5BA26C3-6358-454E-8F1D-70689E66E33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18CB044-AFEC-4FBE-B261-E6E68188813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90C5859A-4991-46C6-9D52-ED2A6E99ECA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1E0A7E7-4386-4C02-A99D-8F271881F49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3683AB4-9850-4683-B3F6-FDD5F3C6137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185CCA8-9708-4696-ABD4-CF5ECA9AFA7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A039871-AAB1-4C33-A999-815C9631FA3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5BE8294-ED00-4DA1-9441-E3532D9E851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180B29A-EECD-41A8-8FF8-5E2CEA53C4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2026-06-02T14:32:38.181</cp:lastPrinted>
  <dcterms:created xsi:type="dcterms:W3CDTF">2026-06-02T09:32:38Z</dcterms:created>
  <dcterms:modified xsi:type="dcterms:W3CDTF">2026-06-02T09:32:38Z</dcterms:modified>
</cp:coreProperties>
</file>