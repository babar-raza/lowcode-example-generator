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5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5E9017C-D0CD-4158-A69A-8037FB4686B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1AEBF00-922B-4A87-BB64-C7F19C8EE92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19A2CAD-9B92-461C-ADF1-0F1661167A3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5C1AF02A-2EFB-4065-A96D-67B87A7FA56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07ED2220-B7FC-4E16-B742-D6A484739E3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B9052DB3-82C6-428D-8E76-FF856852E57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CC4ABEED-7FB9-4186-B734-889E9757B25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59FE9EFF-57D9-426B-B52C-E67D6C9B9F4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E8D59871-8C93-4E2C-A903-76D2BA0DEBD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5DE6780-BE21-4660-AF4E-E1AF455E380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CBDDCF0-EB83-4C3F-9511-F31D36C334C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New shape" title=""/>
          <p:cNvSpPr txBox="1"/>
          <p:nvPr/>
        </p:nvSpPr>
        <p:spPr>
          <a:xfrm>
            <a:off x="635000" y="635000"/>
            <a:ext cx="7620000" cy="1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LowCode Convert Demo</a:t>
            </a:r>
          </a:p>
        </p:txBody>
      </p:sp>
      <p:sp>
        <p:nvSpPr>
          <p:cNvPr id="3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2"/>
  <p:tag name="AS_OS" val="Microsoft Windows NT 10.0.26200.0"/>
  <p:tag name="AS_RELEASE_DATE" val="2026.05.14"/>
  <p:tag name="AS_TITLE" val="Aspose.Slides for .NET6"/>
  <p:tag name="AS_VERSION" val="26.5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1</Paragraphs>
  <Slides>1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4">
      <vt:lpstr>Arial</vt:lpstr>
      <vt:lpstr>Calibri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26.0500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2026-05-18T13:21:46.473</cp:lastPrinted>
  <dcterms:created xsi:type="dcterms:W3CDTF">2026-05-18T08:21:46Z</dcterms:created>
  <dcterms:modified xsi:type="dcterms:W3CDTF">2026-05-18T08:21:46Z</dcterms:modified>
</cp:coreProperties>
</file>