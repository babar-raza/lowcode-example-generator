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jpeg" ContentType="image/jpeg"/>
  <Override PartName="/docProps/app.xml" ContentType="application/vnd.openxmlformats-officedocument.extended-properties+xml"/>
  <Override PartName="/docProps/core.xml" ContentType="application/vnd.openxmlformats-package.core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&#65279;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officeDocument/2006/relationships/extended-properties" Target="docProps/app.xml" /><Relationship Id="rId4" Type="http://schemas.openxmlformats.org/package/2006/relationships/metadata/thumbnail" Target="docProps/thumbnail.jpeg" /></Relationships>
</file>

<file path=ppt/presentation.xml><?xml version="1.0" encoding="utf-8"?>
<!--Generated by Aspose.Slides for .NET 26.5-->
<p:presentation xmlns:r="http://schemas.openxmlformats.org/officeDocument/2006/relationships" xmlns:a="http://schemas.openxmlformats.org/drawingml/2006/main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9144000" cy="6858000" type="screen4x3"/>
  <p:notesSz cx="6858000" cy="9144000"/>
  <p:custDataLst>
    <p:tags r:id="rId4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r="http://schemas.openxmlformats.org/officeDocument/2006/relationships" xmlns:a="http://schemas.openxmlformats.org/drawingml/2006/main" xmlns:p="http://schemas.openxmlformats.org/presentationml/2006/main">
  <p:showPr showNarration="1">
    <p:present/>
    <p:extLst>
      <p:ext uri="{2FDB2607-1784-4EEB-B798-7EB5836EED8A}">
        <p14:showMediaCtrls xmlns:p14="http://schemas.microsoft.com/office/powerpoint/2010/main" val="0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  <p:ext uri="{1BD7E111-0CB8-44D6-8891-C1BB2F81B7CC}">
      <p1710:readonlyRecommended xmlns:p1710="http://schemas.microsoft.com/office/powerpoint/2017/10/main" val="0"/>
    </p:ext>
  </p:extLst>
</p:presentationPr>
</file>

<file path=ppt/tableStyles.xml><?xml version="1.0" encoding="utf-8"?>
<a:tblStyleLst xmlns:r="http://schemas.openxmlformats.org/officeDocument/2006/relationships"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 horzBarState="maximized">
    <p:restoredLeft sz="16000"/>
    <p:restoredTop sz="0"/>
  </p:normalViewPr>
  <p:slideViewPr>
    <p:cSldViewPr>
      <p:cViewPr>
        <p:scale>
          <a:sx n="73" d="100"/>
          <a:sy n="73" d="100"/>
        </p:scale>
        <p:origin x="0" y="0"/>
      </p:cViewPr>
      <p:guideLst>
        <p:guide orient="horz" pos="2160"/>
        <p:guide pos="2880"/>
      </p:guideLst>
    </p:cSldViewPr>
  </p:slideViewPr>
  <p:notesViewPr>
    <p:cSldViewPr>
      <p:cViewPr>
        <p:scale>
          <a:sx n="1" d="100"/>
          <a:sy n="1" d="100"/>
        </p:scale>
        <p:origin x="0" y="0"/>
      </p:cViewPr>
      <p:guideLst/>
    </p:cSldViewPr>
  </p:notesViewPr>
  <p:gridSpacing cx="76200" cy="76200"/>
</p:viewPr>
</file>

<file path=ppt/_rels/presentation.xml.rels>&#65279;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 /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tags" Target="tags/tag1.xml" /><Relationship Id="rId5" Type="http://schemas.openxmlformats.org/officeDocument/2006/relationships/presProps" Target="presProps.xml" /><Relationship Id="rId6" Type="http://schemas.openxmlformats.org/officeDocument/2006/relationships/viewProps" Target="viewProps.xml" /><Relationship Id="rId7" Type="http://schemas.openxmlformats.org/officeDocument/2006/relationships/theme" Target="theme/theme1.xml" /><Relationship Id="rId8" Type="http://schemas.openxmlformats.org/officeDocument/2006/relationships/tableStyles" Target="tableStyles.xml" /></Relationships>
</file>

<file path=ppt/slideLayouts/_rels/slideLayout1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3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4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5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6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7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8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9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0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1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title" preserve="1">
  <p:cSld name="Title Slide">
    <p:spTree>
      <p:nvGrpSpPr>
        <p:cNvPr id="1" name="" title=""/>
        <p:cNvGrpSpPr/>
        <p:nvPr/>
      </p:nvGrpSpPr>
      <p:grpSpPr>
        <a:xfrm>
          <a:off x="0" y="0"/>
          <a:ext cx="0" cy="0"/>
        </a:xfrm>
      </p:grpSpPr>
      <p:sp>
        <p:nvSpPr>
          <p:cNvPr id="2" name="Title 1" title="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 title=""/>
          <p:cNvSpPr>
            <a:spLocks noGrp="1"/>
          </p:cNvSpPr>
          <p:nvPr>
            <p:ph type="subTitle" idx="1"/>
          </p:nvPr>
        </p:nvSpPr>
        <p:spPr/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 title="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BBB520AD-38D7-462A-9B74-63C440EE8C45}" type="datetimeFigureOut">
              <a:rPr lang="en-US" smtClean="0"/>
              <a:t>11/7/2009</a:t>
            </a:fld>
            <a:endParaRPr lang="en-US"/>
          </a:p>
        </p:txBody>
      </p:sp>
      <p:sp>
        <p:nvSpPr>
          <p:cNvPr id="5" name="Footer Placeholder 4" title="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 title="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  <p:timing/>
</p:sldLayout>
</file>

<file path=ppt/slideLayouts/slideLayout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obj" preserve="1">
  <p:cSld name="Title and Content">
    <p:spTree>
      <p:nvGrpSpPr>
        <p:cNvPr id="1" name="" title=""/>
        <p:cNvGrpSpPr/>
        <p:nvPr/>
      </p:nvGrpSpPr>
      <p:grpSpPr>
        <a:xfrm>
          <a:off x="0" y="0"/>
          <a:ext cx="0" cy="0"/>
        </a:xfrm>
      </p:grpSpPr>
      <p:sp>
        <p:nvSpPr>
          <p:cNvPr id="2" name="Title 1" title="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 title="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 title="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9ED6BABD-A898-494D-AF52-B7EC303F003F}" type="datetimeFigureOut">
              <a:rPr lang="en-US" smtClean="0"/>
              <a:t>11/7/2009</a:t>
            </a:fld>
            <a:endParaRPr lang="en-US"/>
          </a:p>
        </p:txBody>
      </p:sp>
      <p:sp>
        <p:nvSpPr>
          <p:cNvPr id="5" name="Footer Placeholder 4" title="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 title="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  <p:timing/>
</p:sldLayout>
</file>

<file path=ppt/slideLayouts/slideLayout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secHead" preserve="1">
  <p:cSld name="Section Header">
    <p:spTree>
      <p:nvGrpSpPr>
        <p:cNvPr id="1" name="" title=""/>
        <p:cNvGrpSpPr/>
        <p:nvPr/>
      </p:nvGrpSpPr>
      <p:grpSpPr>
        <a:xfrm>
          <a:off x="0" y="0"/>
          <a:ext cx="0" cy="0"/>
        </a:xfrm>
      </p:grpSpPr>
      <p:sp>
        <p:nvSpPr>
          <p:cNvPr id="2" name="Title 1" title=""/>
          <p:cNvSpPr>
            <a:spLocks noGrp="1"/>
          </p:cNvSpPr>
          <p:nvPr>
            <p:ph type="title"/>
          </p:nvPr>
        </p:nvSpPr>
        <p:spPr/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 title=""/>
          <p:cNvSpPr>
            <a:spLocks noGrp="1"/>
          </p:cNvSpPr>
          <p:nvPr>
            <p:ph type="body" idx="1"/>
          </p:nvPr>
        </p:nvSpPr>
        <p:spPr/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 title="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4718712F-F607-45BC-B5EF-F93618E26F64}" type="datetimeFigureOut">
              <a:rPr lang="en-US" smtClean="0"/>
              <a:t>11/7/2009</a:t>
            </a:fld>
            <a:endParaRPr lang="en-US"/>
          </a:p>
        </p:txBody>
      </p:sp>
      <p:sp>
        <p:nvSpPr>
          <p:cNvPr id="5" name="Footer Placeholder 4" title="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 title="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  <p:timing/>
</p:sldLayout>
</file>

<file path=ppt/slideLayouts/slideLayout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twoObj" preserve="1">
  <p:cSld name="Two Content">
    <p:spTree>
      <p:nvGrpSpPr>
        <p:cNvPr id="1" name="" title=""/>
        <p:cNvGrpSpPr/>
        <p:nvPr/>
      </p:nvGrpSpPr>
      <p:grpSpPr>
        <a:xfrm>
          <a:off x="0" y="0"/>
          <a:ext cx="0" cy="0"/>
        </a:xfrm>
      </p:grpSpPr>
      <p:sp>
        <p:nvSpPr>
          <p:cNvPr id="2" name="Title 1" title="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 title=""/>
          <p:cNvSpPr>
            <a:spLocks noGrp="1"/>
          </p:cNvSpPr>
          <p:nvPr>
            <p:ph sz="half" idx="1"/>
          </p:nvPr>
        </p:nvSpPr>
        <p:spPr/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 title=""/>
          <p:cNvSpPr>
            <a:spLocks noGrp="1"/>
          </p:cNvSpPr>
          <p:nvPr>
            <p:ph sz="half" idx="2"/>
          </p:nvPr>
        </p:nvSpPr>
        <p:spPr/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 title=""/>
          <p:cNvSpPr>
            <a:spLocks noGrp="1"/>
          </p:cNvSpPr>
          <p:nvPr>
            <p:ph type="dt" sz="half" idx="3"/>
          </p:nvPr>
        </p:nvSpPr>
        <p:spPr/>
        <p:txBody>
          <a:bodyPr/>
          <a:lstStyle/>
          <a:p>
            <a:fld id="{0E875F50-607F-4761-A56F-DF44A6975F8B}" type="datetimeFigureOut">
              <a:rPr lang="en-US" smtClean="0"/>
              <a:t>11/7/2009</a:t>
            </a:fld>
            <a:endParaRPr lang="en-US"/>
          </a:p>
        </p:txBody>
      </p:sp>
      <p:sp>
        <p:nvSpPr>
          <p:cNvPr id="6" name="Footer Placeholder 5" title="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 title="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  <p:timing/>
</p:sldLayout>
</file>

<file path=ppt/slideLayouts/slideLayout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twoTxTwoObj" preserve="1">
  <p:cSld name="Comparison">
    <p:spTree>
      <p:nvGrpSpPr>
        <p:cNvPr id="1" name="" title=""/>
        <p:cNvGrpSpPr/>
        <p:nvPr/>
      </p:nvGrpSpPr>
      <p:grpSpPr>
        <a:xfrm>
          <a:off x="0" y="0"/>
          <a:ext cx="0" cy="0"/>
        </a:xfrm>
      </p:grpSpPr>
      <p:sp>
        <p:nvSpPr>
          <p:cNvPr id="2" name="Title 1" title="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 title=""/>
          <p:cNvSpPr>
            <a:spLocks noGrp="1"/>
          </p:cNvSpPr>
          <p:nvPr>
            <p:ph type="body" idx="1"/>
          </p:nvPr>
        </p:nvSpPr>
        <p:spPr/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 title=""/>
          <p:cNvSpPr>
            <a:spLocks noGrp="1"/>
          </p:cNvSpPr>
          <p:nvPr>
            <p:ph sz="half" idx="2"/>
          </p:nvPr>
        </p:nvSpPr>
        <p:spPr/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 title=""/>
          <p:cNvSpPr>
            <a:spLocks noGrp="1"/>
          </p:cNvSpPr>
          <p:nvPr>
            <p:ph type="body" sz="quarter" idx="3"/>
          </p:nvPr>
        </p:nvSpPr>
        <p:spPr/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 title=""/>
          <p:cNvSpPr>
            <a:spLocks noGrp="1"/>
          </p:cNvSpPr>
          <p:nvPr>
            <p:ph sz="quarter" idx="4"/>
          </p:nvPr>
        </p:nvSpPr>
        <p:spPr/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 title=""/>
          <p:cNvSpPr>
            <a:spLocks noGrp="1"/>
          </p:cNvSpPr>
          <p:nvPr>
            <p:ph type="dt" sz="half" idx="5"/>
          </p:nvPr>
        </p:nvSpPr>
        <p:spPr/>
        <p:txBody>
          <a:bodyPr/>
          <a:lstStyle/>
          <a:p>
            <a:fld id="{C9C6D814-DEF3-490C-AFEC-9353D18396DD}" type="datetimeFigureOut">
              <a:rPr lang="en-US" smtClean="0"/>
              <a:t>11/7/2009</a:t>
            </a:fld>
            <a:endParaRPr lang="en-US"/>
          </a:p>
        </p:txBody>
      </p:sp>
      <p:sp>
        <p:nvSpPr>
          <p:cNvPr id="8" name="Footer Placeholder 7" title=""/>
          <p:cNvSpPr>
            <a:spLocks noGrp="1"/>
          </p:cNvSpPr>
          <p:nvPr>
            <p:ph type="ftr" sz="quarter" idx="6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 title="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  <p:timing/>
</p:sldLayout>
</file>

<file path=ppt/slideLayouts/slideLayout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titleOnly" preserve="1">
  <p:cSld name="Title Only">
    <p:spTree>
      <p:nvGrpSpPr>
        <p:cNvPr id="1" name="" title=""/>
        <p:cNvGrpSpPr/>
        <p:nvPr/>
      </p:nvGrpSpPr>
      <p:grpSpPr>
        <a:xfrm>
          <a:off x="0" y="0"/>
          <a:ext cx="0" cy="0"/>
        </a:xfrm>
      </p:grpSpPr>
      <p:sp>
        <p:nvSpPr>
          <p:cNvPr id="2" name="Title 1" title="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 title=""/>
          <p:cNvSpPr>
            <a:spLocks noGrp="1"/>
          </p:cNvSpPr>
          <p:nvPr>
            <p:ph type="dt" sz="half" idx="1"/>
          </p:nvPr>
        </p:nvSpPr>
        <p:spPr/>
        <p:txBody>
          <a:bodyPr/>
          <a:lstStyle/>
          <a:p>
            <a:fld id="{A81CF970-C1C4-4F3F-B8FB-16411DD00CB2}" type="datetimeFigureOut">
              <a:rPr lang="en-US" smtClean="0"/>
              <a:t>11/7/2009</a:t>
            </a:fld>
            <a:endParaRPr lang="en-US"/>
          </a:p>
        </p:txBody>
      </p:sp>
      <p:sp>
        <p:nvSpPr>
          <p:cNvPr id="4" name="Footer Placeholder 3" title=""/>
          <p:cNvSpPr>
            <a:spLocks noGrp="1"/>
          </p:cNvSpPr>
          <p:nvPr>
            <p:ph type="ftr" sz="quarter" idx="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 title=""/>
          <p:cNvSpPr>
            <a:spLocks noGrp="1"/>
          </p:cNvSpPr>
          <p:nvPr>
            <p:ph type="sldNum" sz="quarter" idx="3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  <p:timing/>
</p:sldLayout>
</file>

<file path=ppt/slideLayouts/slideLayout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blank" preserve="1">
  <p:cSld name="Blank">
    <p:spTree>
      <p:nvGrpSpPr>
        <p:cNvPr id="1" name="" title=""/>
        <p:cNvGrpSpPr/>
        <p:nvPr/>
      </p:nvGrpSpPr>
      <p:grpSpPr>
        <a:xfrm>
          <a:off x="0" y="0"/>
          <a:ext cx="0" cy="0"/>
        </a:xfrm>
      </p:grpSpPr>
      <p:sp>
        <p:nvSpPr>
          <p:cNvPr id="2" name="Date Placeholder 1" title=""/>
          <p:cNvSpPr>
            <a:spLocks noGrp="1"/>
          </p:cNvSpPr>
          <p:nvPr>
            <p:ph type="dt" sz="half"/>
          </p:nvPr>
        </p:nvSpPr>
        <p:spPr/>
        <p:txBody>
          <a:bodyPr/>
          <a:lstStyle/>
          <a:p>
            <a:fld id="{7F8A5B40-6D4A-4220-BC36-3C49EFDA9CDA}" type="datetimeFigureOut">
              <a:rPr lang="en-US" smtClean="0"/>
              <a:t>11/7/2009</a:t>
            </a:fld>
            <a:endParaRPr lang="en-US"/>
          </a:p>
        </p:txBody>
      </p:sp>
      <p:sp>
        <p:nvSpPr>
          <p:cNvPr id="3" name="Footer Placeholder 2" title=""/>
          <p:cNvSpPr>
            <a:spLocks noGrp="1"/>
          </p:cNvSpPr>
          <p:nvPr>
            <p:ph type="ftr" sz="quarter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 title=""/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  <p:timing/>
</p:sldLayout>
</file>

<file path=ppt/slideLayouts/slideLayout8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objTx" preserve="1">
  <p:cSld name="Content with Caption">
    <p:spTree>
      <p:nvGrpSpPr>
        <p:cNvPr id="1" name="" title=""/>
        <p:cNvGrpSpPr/>
        <p:nvPr/>
      </p:nvGrpSpPr>
      <p:grpSpPr>
        <a:xfrm>
          <a:off x="0" y="0"/>
          <a:ext cx="0" cy="0"/>
        </a:xfrm>
      </p:grpSpPr>
      <p:sp>
        <p:nvSpPr>
          <p:cNvPr id="2" name="Title 1" title=""/>
          <p:cNvSpPr>
            <a:spLocks noGrp="1"/>
          </p:cNvSpPr>
          <p:nvPr>
            <p:ph type="title"/>
          </p:nvPr>
        </p:nvSpPr>
        <p:spPr/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 title="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 title=""/>
          <p:cNvSpPr>
            <a:spLocks noGrp="1"/>
          </p:cNvSpPr>
          <p:nvPr>
            <p:ph type="body" sz="half" idx="2"/>
          </p:nvPr>
        </p:nvSpPr>
        <p:spPr/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 title=""/>
          <p:cNvSpPr>
            <a:spLocks noGrp="1"/>
          </p:cNvSpPr>
          <p:nvPr>
            <p:ph type="dt" sz="half" idx="3"/>
          </p:nvPr>
        </p:nvSpPr>
        <p:spPr/>
        <p:txBody>
          <a:bodyPr/>
          <a:lstStyle/>
          <a:p>
            <a:fld id="{F5CC7AA0-0D55-4C59-B3E0-1A8EF0D9F92E}" type="datetimeFigureOut">
              <a:rPr lang="en-US" smtClean="0"/>
              <a:t>11/7/2009</a:t>
            </a:fld>
            <a:endParaRPr lang="en-US"/>
          </a:p>
        </p:txBody>
      </p:sp>
      <p:sp>
        <p:nvSpPr>
          <p:cNvPr id="6" name="Footer Placeholder 5" title="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 title="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  <p:timing/>
</p:sldLayout>
</file>

<file path=ppt/slideLayouts/slideLayout9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picTx" preserve="1">
  <p:cSld name="Picture with Caption">
    <p:spTree>
      <p:nvGrpSpPr>
        <p:cNvPr id="1" name="" title=""/>
        <p:cNvGrpSpPr/>
        <p:nvPr/>
      </p:nvGrpSpPr>
      <p:grpSpPr>
        <a:xfrm>
          <a:off x="0" y="0"/>
          <a:ext cx="0" cy="0"/>
        </a:xfrm>
      </p:grpSpPr>
      <p:sp>
        <p:nvSpPr>
          <p:cNvPr id="2" name="Title 1" title=""/>
          <p:cNvSpPr>
            <a:spLocks noGrp="1"/>
          </p:cNvSpPr>
          <p:nvPr>
            <p:ph type="title"/>
          </p:nvPr>
        </p:nvSpPr>
        <p:spPr/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 title=""/>
          <p:cNvSpPr>
            <a:spLocks noGrp="1"/>
          </p:cNvSpPr>
          <p:nvPr>
            <p:ph type="pic" idx="1"/>
          </p:nvPr>
        </p:nvSpPr>
        <p:spPr/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 title=""/>
          <p:cNvSpPr>
            <a:spLocks noGrp="1"/>
          </p:cNvSpPr>
          <p:nvPr>
            <p:ph type="body" sz="half" idx="2"/>
          </p:nvPr>
        </p:nvSpPr>
        <p:spPr/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 title=""/>
          <p:cNvSpPr>
            <a:spLocks noGrp="1"/>
          </p:cNvSpPr>
          <p:nvPr>
            <p:ph type="dt" sz="half" idx="3"/>
          </p:nvPr>
        </p:nvSpPr>
        <p:spPr/>
        <p:txBody>
          <a:bodyPr/>
          <a:lstStyle/>
          <a:p>
            <a:fld id="{AF669E91-31AC-496D-9D3E-368358F75C80}" type="datetimeFigureOut">
              <a:rPr lang="en-US" smtClean="0"/>
              <a:t>11/7/2009</a:t>
            </a:fld>
            <a:endParaRPr lang="en-US"/>
          </a:p>
        </p:txBody>
      </p:sp>
      <p:sp>
        <p:nvSpPr>
          <p:cNvPr id="6" name="Footer Placeholder 5" title="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 title="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  <p:timing/>
</p:sldLayout>
</file>

<file path=ppt/slideLayouts/slideLayout10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vertTx" preserve="1">
  <p:cSld name="Title and Vertical Text">
    <p:spTree>
      <p:nvGrpSpPr>
        <p:cNvPr id="1" name="" title=""/>
        <p:cNvGrpSpPr/>
        <p:nvPr/>
      </p:nvGrpSpPr>
      <p:grpSpPr>
        <a:xfrm>
          <a:off x="0" y="0"/>
          <a:ext cx="0" cy="0"/>
        </a:xfrm>
      </p:grpSpPr>
      <p:sp>
        <p:nvSpPr>
          <p:cNvPr id="2" name="Title 1" title="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 title="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 title="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D50841EE-671E-4519-AEE8-D20FAEDD9E6D}" type="datetimeFigureOut">
              <a:rPr lang="en-US" smtClean="0"/>
              <a:t>11/7/2009</a:t>
            </a:fld>
            <a:endParaRPr lang="en-US"/>
          </a:p>
        </p:txBody>
      </p:sp>
      <p:sp>
        <p:nvSpPr>
          <p:cNvPr id="5" name="Footer Placeholder 4" title="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 title="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  <p:timing/>
</p:sldLayout>
</file>

<file path=ppt/slideLayouts/slideLayout1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vertTitleAndTx" preserve="1">
  <p:cSld name="Vertical Title and Text">
    <p:spTree>
      <p:nvGrpSpPr>
        <p:cNvPr id="1" name="" title=""/>
        <p:cNvGrpSpPr/>
        <p:nvPr/>
      </p:nvGrpSpPr>
      <p:grpSpPr>
        <a:xfrm>
          <a:off x="0" y="0"/>
          <a:ext cx="0" cy="0"/>
        </a:xfrm>
      </p:grpSpPr>
      <p:sp>
        <p:nvSpPr>
          <p:cNvPr id="2" name="Vertical Title 1" title=""/>
          <p:cNvSpPr>
            <a:spLocks noGrp="1"/>
          </p:cNvSpPr>
          <p:nvPr>
            <p:ph type="title" orient="vert"/>
          </p:nvPr>
        </p:nvSpPr>
        <p:spPr/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 title="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 title="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78AC2844-3903-4CBA-89DA-A55C4D28E2BA}" type="datetimeFigureOut">
              <a:rPr lang="en-US" smtClean="0"/>
              <a:t>11/7/2009</a:t>
            </a:fld>
            <a:endParaRPr lang="en-US"/>
          </a:p>
        </p:txBody>
      </p:sp>
      <p:sp>
        <p:nvSpPr>
          <p:cNvPr id="5" name="Footer Placeholder 4" title="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 title="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  <p:timing/>
</p:sldLayout>
</file>

<file path=ppt/slideMasters/_rels/slideMaster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10" Type="http://schemas.openxmlformats.org/officeDocument/2006/relationships/slideLayout" Target="../slideLayouts/slideLayout10.xml" /><Relationship Id="rId11" Type="http://schemas.openxmlformats.org/officeDocument/2006/relationships/slideLayout" Target="../slideLayouts/slideLayout11.xml" /><Relationship Id="rId12" Type="http://schemas.openxmlformats.org/officeDocument/2006/relationships/theme" Target="../theme/theme1.xml" /><Relationship Id="rId2" Type="http://schemas.openxmlformats.org/officeDocument/2006/relationships/slideLayout" Target="../slideLayouts/slideLayout2.xml" /><Relationship Id="rId3" Type="http://schemas.openxmlformats.org/officeDocument/2006/relationships/slideLayout" Target="../slideLayouts/slideLayout3.xml" /><Relationship Id="rId4" Type="http://schemas.openxmlformats.org/officeDocument/2006/relationships/slideLayout" Target="../slideLayouts/slideLayout4.xml" /><Relationship Id="rId5" Type="http://schemas.openxmlformats.org/officeDocument/2006/relationships/slideLayout" Target="../slideLayouts/slideLayout5.xml" /><Relationship Id="rId6" Type="http://schemas.openxmlformats.org/officeDocument/2006/relationships/slideLayout" Target="../slideLayouts/slideLayout6.xml" /><Relationship Id="rId7" Type="http://schemas.openxmlformats.org/officeDocument/2006/relationships/slideLayout" Target="../slideLayouts/slideLayout7.xml" /><Relationship Id="rId8" Type="http://schemas.openxmlformats.org/officeDocument/2006/relationships/slideLayout" Target="../slideLayouts/slideLayout8.xml" /><Relationship Id="rId9" Type="http://schemas.openxmlformats.org/officeDocument/2006/relationships/slideLayout" Target="../slideLayouts/slideLayout9.xml" /></Relationships>
</file>

<file path=ppt/slideMasters/slideMaster1.xml><?xml version="1.0" encoding="utf-8"?>
<p:sld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bg>
      <p:bgRef idx="1001">
        <a:schemeClr val="bg1"/>
      </p:bgRef>
    </p:bg>
    <p:spTree>
      <p:nvGrpSpPr>
        <p:cNvPr id="1" name="" title=""/>
        <p:cNvGrpSpPr/>
        <p:nvPr/>
      </p:nvGrpSpPr>
      <p:grpSpPr>
        <a:xfrm>
          <a:off x="0" y="0"/>
          <a:ext cx="0" cy="0"/>
        </a:xfrm>
      </p:grpSpPr>
      <p:sp>
        <p:nvSpPr>
          <p:cNvPr id="2" name="Title Placeholder 1" title="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 title="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 title="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8FD0B7A-F5DD-4F40-B4CB-3B2C354B893A}" type="datetimeFigureOut">
              <a:rPr lang="en-US" smtClean="0"/>
              <a:t>11/7/2009</a:t>
            </a:fld>
            <a:endParaRPr lang="en-US"/>
          </a:p>
        </p:txBody>
      </p:sp>
      <p:sp>
        <p:nvSpPr>
          <p:cNvPr id="5" name="Footer Placeholder 4" title="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 title="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/>
  <p:timing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_rels/slide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slide1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" name="" title=""/>
        <p:cNvGrpSpPr/>
        <p:nvPr/>
      </p:nvGrpSpPr>
      <p:grpSpPr>
        <a:xfrm>
          <a:off x="0" y="0"/>
          <a:ext cx="0" cy="0"/>
        </a:xfrm>
      </p:grpSpPr>
      <p:sp>
        <p:nvSpPr>
          <p:cNvPr id="1" name="TextBox"/>
          <p:cNvSpPr txBox="1">
            <a:spLocks noGrp="1" noSelect="1" noRot="1" noMove="1"/>
          </p:cNvSpPr>
          <p:nvPr/>
        </p:nvSpPr>
        <p:spPr>
          <a:xfrm>
            <a:off x="1366520" y="2644140"/>
            <a:ext cx="6411372" cy="1569660"/>
          </a:xfrm>
          <a:prstGeom prst="rect">
            <a:avLst/>
          </a:prstGeom>
          <a:noFill/>
        </p:spPr>
        <p:txBody>
          <a:bodyPr wrap="none" rtlCol="0" anchor="ctr" anchorCtr="1">
            <a:spAutoFit/>
          </a:bodyPr>
          <a:lstStyle>
            <a:lvl1pPr algn="l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 lang="en-US" sz="3200" b="1" noProof="1" dirty="0">
                <a:solidFill>
                  <a:prstClr val="red">
                    <a:lumOff val="30000"/>
                    <a:alpha val="40000"/>
                  </a:prstClr>
                </a:solidFill>
                <a:effectLst>
                  <a:outerShdw blurRad="50800" dist="38100" algn="tr" rotWithShape="0">
                    <a:prstClr val="black">
                      <a:alpha val="80000"/>
                    </a:prstClr>
                  </a:outerShdw>
                </a:effectLst>
                <a:latin typeface="Calibri" pitchFamily="34" charset="0"/>
              </a:defRPr>
            </a:lvl1pPr>
          </a:lstStyle>
          <a:p>
            <a:pPr algn="ctr"/>
            <a:r>
              <a:t>Evaluation only.</a:t>
            </a:r>
          </a:p>
          <a:p>
            <a:pPr algn="ctr"/>
            <a:r>
              <a:t>Created with Aspose.Slides for .NET6 26.5.</a:t>
            </a:r>
          </a:p>
          <a:p>
            <a:pPr algn="ctr"/>
            <a:r>
              <a:t>Copyright 2004-2026Aspose Pty Ltd.</a:t>
            </a:r>
          </a:p>
        </p:txBody>
      </p:sp>
    </p:spTree>
  </p:cSld>
  <p:clrMapOvr>
    <a:masterClrMapping/>
  </p:clrMapOvr>
  <p:transition/>
  <p:timing/>
</p:sld>
</file>

<file path=ppt/slides/slide2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" name="" title=""/>
        <p:cNvGrpSpPr/>
        <p:nvPr/>
      </p:nvGrpSpPr>
      <p:grpSpPr>
        <a:xfrm>
          <a:off x="0" y="0"/>
          <a:ext cx="0" cy="0"/>
        </a:xfrm>
      </p:grpSpPr>
      <p:sp>
        <p:nvSpPr>
          <p:cNvPr id="2" name="Title 1" title="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3" name="Subtitle 2" title="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sp>
        <p:nvSpPr>
          <p:cNvPr id="4" name="TextBox"/>
          <p:cNvSpPr txBox="1">
            <a:spLocks noGrp="1" noSelect="1" noRot="1" noMove="1"/>
          </p:cNvSpPr>
          <p:nvPr/>
        </p:nvSpPr>
        <p:spPr>
          <a:xfrm>
            <a:off x="1366520" y="2644140"/>
            <a:ext cx="6411372" cy="1569660"/>
          </a:xfrm>
          <a:prstGeom prst="rect">
            <a:avLst/>
          </a:prstGeom>
          <a:noFill/>
        </p:spPr>
        <p:txBody>
          <a:bodyPr wrap="none" rtlCol="0" anchor="ctr" anchorCtr="1">
            <a:spAutoFit/>
          </a:bodyPr>
          <a:lstStyle>
            <a:lvl1pPr algn="l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 lang="en-US" sz="3200" b="1" noProof="1" dirty="0">
                <a:solidFill>
                  <a:prstClr val="red">
                    <a:lumOff val="30000"/>
                    <a:alpha val="40000"/>
                  </a:prstClr>
                </a:solidFill>
                <a:effectLst>
                  <a:outerShdw blurRad="50800" dist="38100" algn="tr" rotWithShape="0">
                    <a:prstClr val="black">
                      <a:alpha val="80000"/>
                    </a:prstClr>
                  </a:outerShdw>
                </a:effectLst>
                <a:latin typeface="Calibri" pitchFamily="34" charset="0"/>
              </a:defRPr>
            </a:lvl1pPr>
          </a:lstStyle>
          <a:p>
            <a:pPr algn="ctr"/>
            <a:r>
              <a:t>Evaluation only.</a:t>
            </a:r>
          </a:p>
          <a:p>
            <a:pPr algn="ctr"/>
            <a:r>
              <a:t>Created with Aspose.Slides for .NET6 26.5.</a:t>
            </a:r>
          </a:p>
          <a:p>
            <a:pPr algn="ctr"/>
            <a:r>
              <a:t>Copyright 2004-2026Aspose Pty Ltd.</a:t>
            </a:r>
          </a:p>
        </p:txBody>
      </p:sp>
    </p:spTree>
  </p:cSld>
  <p:clrMapOvr>
    <a:masterClrMapping/>
  </p:clrMapOvr>
  <p:transition/>
  <p:timing/>
</p:sld>
</file>

<file path=ppt/tags/tag1.xml><?xml version="1.0" encoding="utf-8"?>
<p:tagLst xmlns:p="http://schemas.openxmlformats.org/presentationml/2006/main">
  <p:tag name="AS_NET" val="8.0.22"/>
  <p:tag name="AS_OS" val="Microsoft Windows NT 10.0.26200.0"/>
  <p:tag name="AS_RELEASE_DATE" val="2026.05.14"/>
  <p:tag name="AS_TITLE" val="Aspose.Slides for .NET6"/>
  <p:tag name="AS_VERSION" val="26.5"/>
</p:tagLst>
</file>

<file path=ppt/theme/theme1.xml><?xml version="1.0" encoding="utf-8"?>
<a:theme xmlns:r="http://schemas.openxmlformats.org/officeDocument/2006/relationships"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Arial"/>
        <a:cs typeface="Arial"/>
        <a:font script="Jpan" typeface="ＭＳ%20Ｐゴシック"/>
        <a:font script="Hang" typeface="맑은%20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Arial"/>
        <a:cs typeface="Arial"/>
        <a:font script="Jpan" typeface="ＭＳ%20Ｐゴシック"/>
        <a:font script="Hang" typeface="맑은%20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:vt="http://schemas.openxmlformats.org/officeDocument/2006/docPropsVTypes" xmlns="http://schemas.openxmlformats.org/officeDocument/2006/extended-properties">
  <Company/>
  <PresentationFormat>On-screen Show (4:3)</PresentationFormat>
  <Paragraphs>0</Paragraphs>
  <Slides>2</Slides>
  <Notes>0</Notes>
  <TotalTime>1</TotalTime>
  <HiddenSlides>0</HiddenSlides>
  <MMClips>0</MMClips>
  <ScaleCrop>0</ScaleCrop>
  <HeadingPairs>
    <vt:vector baseType="variant" size="6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baseType="lpstr" size="5">
      <vt:lpstr>Arial</vt:lpstr>
      <vt:lpstr>Calibri</vt:lpstr>
      <vt:lpstr>Office Theme</vt:lpstr>
      <vt:lpstr>PowerPoint Presentation</vt:lpstr>
      <vt:lpstr>PowerPoint Presentation</vt:lpstr>
    </vt:vector>
  </TitlesOfParts>
  <LinksUpToDate>0</LinksUpToDate>
  <SharedDoc>0</SharedDoc>
  <HyperlinksChanged>0</HyperlinksChanged>
  <Application>Aspose.Slides for .NET</Application>
  <AppVersion>26.0500</AppVersion>
</Properties>
</file>

<file path=docProps/core.xml><?xml version="1.0" encoding="utf-8"?>
<cp:coreProperties xmlns:dc="http://purl.org/dc/elements/1.1/" xmlns:dcterms="http://purl.org/dc/terms/" xmlns:dcmitype="http://purl.org/dc/dcmitype/" xmlns:xsi="http://www.w3.org/2001/XMLSchema-instance" xmlns:cp="http://schemas.openxmlformats.org/package/2006/metadata/core-properties">
  <cp:revision>1</cp:revision>
  <cp:lastPrinted>2026-05-30T19:54:21.058</cp:lastPrinted>
  <dcterms:created xsi:type="dcterms:W3CDTF">2026-05-30T14:54:21Z</dcterms:created>
  <dcterms:modified xsi:type="dcterms:W3CDTF">2026-05-30T14:54:21Z</dcterms:modified>
</cp:coreProperties>
</file>