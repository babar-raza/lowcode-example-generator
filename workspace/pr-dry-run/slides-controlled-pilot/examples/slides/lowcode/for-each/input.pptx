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6.5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tags" Target="tags/tag1.xml" /><Relationship Id="rId5" Type="http://schemas.openxmlformats.org/officeDocument/2006/relationships/presProps" Target="presProps.xml" /><Relationship Id="rId6" Type="http://schemas.openxmlformats.org/officeDocument/2006/relationships/viewProps" Target="viewProps.xml" /><Relationship Id="rId7" Type="http://schemas.openxmlformats.org/officeDocument/2006/relationships/theme" Target="theme/theme1.xml" /><Relationship Id="rId8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184CE8D-B65E-4128-AB35-332ECAC700A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D7BCC3E-9F9F-4D55-9C52-62442F492F2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77F2274-3D4B-41A1-A4DA-6B0CFDC01E2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08736D1E-8456-4B45-B1D1-176E73BC0B9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C7C98CF4-40EF-46AE-AB7D-2D919BCE95F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C0464A12-6A80-4601-AE6F-FD1C014D23D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87AA6631-080A-4D4B-BFB2-B85C88401BA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ED1F8F26-0308-4CBC-AB5F-9404A6B2966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B9A76A49-15F6-46C9-89E0-A4434D8B10A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B5A3BAF-9105-4F6D-AEED-F018318DF9C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68FC2C7-7BCD-4B6F-B746-785F80FFF22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New shape" title=""/>
          <p:cNvSpPr/>
          <p:nvPr/>
        </p:nvSpPr>
        <p:spPr>
          <a:xfrm>
            <a:off x="1270000" y="1270000"/>
            <a:ext cx="2540000" cy="63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1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26.5.</a:t>
            </a:r>
          </a:p>
          <a:p>
            <a:pPr algn="ctr"/>
            <a:r>
              <a:t>Copyright 2004-2026Aspose Pty Ltd.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8.0.22"/>
  <p:tag name="AS_OS" val="Microsoft Windows NT 10.0.26200.0"/>
  <p:tag name="AS_RELEASE_DATE" val="2026.05.14"/>
  <p:tag name="AS_TITLE" val="Aspose.Slides for .NET6"/>
  <p:tag name="AS_VERSION" val="26.5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0</Paragraphs>
  <Slides>2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Office Theme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26.0500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2026-06-01T20:54:49.070</cp:lastPrinted>
  <dcterms:created xsi:type="dcterms:W3CDTF">2026-06-01T15:54:49Z</dcterms:created>
  <dcterms:modified xsi:type="dcterms:W3CDTF">2026-06-01T15:54:49Z</dcterms:modified>
</cp:coreProperties>
</file>