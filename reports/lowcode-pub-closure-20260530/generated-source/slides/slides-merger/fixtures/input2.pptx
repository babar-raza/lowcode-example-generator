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5935C3-9194-4A97-9B5B-CA4557B34DE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4D09E93-36B2-4BC1-ADBE-7633AF4352B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E8AC0AF-4125-4CCD-B178-1F65EB5A4F8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EC6886B-56D9-4264-8E00-87A90C79984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17F2B34-8ADA-4612-A443-060D3931A4B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A43CB90-99E5-4AD5-819B-A0B7C280DA1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FDC806B-24C4-4DBE-AFA8-D8F4562C730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57B461F-0A09-49D9-8B2E-66E493083A3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7853D6B-4587-449E-AA6A-21D0200730A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5FB27F0-4B4C-4257-BB89-CBED3E5D869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AC68C9D-7A26-436B-A27E-CF820B6168E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2026-05-30T19:54:22.128</cp:lastPrinted>
  <dcterms:created xsi:type="dcterms:W3CDTF">2026-05-30T14:54:22Z</dcterms:created>
  <dcterms:modified xsi:type="dcterms:W3CDTF">2026-05-30T14:54:22Z</dcterms:modified>
</cp:coreProperties>
</file>