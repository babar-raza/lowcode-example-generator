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62" r:id="rId2"/>
    <p:sldMasterId id="2147483665" r:id="rId3"/>
  </p:sldMasterIdLst>
  <p:sldIdLst>
    <p:sldId id="257" r:id="rId4"/>
    <p:sldId id="258" r:id="rId5"/>
    <p:sldId id="259" r:id="rId6"/>
    <p:sldId id="260" r:id="rId7"/>
  </p:sldIdLst>
  <p:sldSz cx="9144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viewProps" Target="viewProps.xml" /><Relationship Id="rId11" Type="http://schemas.openxmlformats.org/officeDocument/2006/relationships/theme" Target="theme/theme1.xml" /><Relationship Id="rId12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slideMaster" Target="slideMasters/slideMaster3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tags" Target="tags/tag1.xml" /><Relationship Id="rId9" Type="http://schemas.openxmlformats.org/officeDocument/2006/relationships/presProps" Target="presProp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34E2255-CC53-4B56-8903-4FFED3ACBF7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75F9488-5362-47C6-9886-320C18F620D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B9B719-04AA-4618-8A0F-5F62F35B27D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E0D2618-DF7A-45E3-95DF-7FCA43BC124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5783A85F-F4EC-4E6E-B9F0-6B934161C20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EFAA50BA-5643-49B4-91D1-84CE5CA19D3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1D6438B7-ADD2-4461-97D7-D25BF4781D5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7AE52A9-59A6-44C9-996C-7A3F6F96AC4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39261D8-7C56-4941-9520-15B7AD21C95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240E769-76BB-4F57-83CD-2C5C4144D41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C76D0C7-89A4-43CD-B232-3E5A0641499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E6EC042-9310-4F60-B206-674A29BCBFB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1A737282-BBBB-40CE-9825-58112BC3B41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37C213E-DB60-493D-A806-18D0DA10EDA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D0A69212-1DEE-46E7-8CB4-08817096E44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theme" Target="../theme/theme2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slideLayout" Target="../slideLayouts/slideLayout15.xml" /><Relationship Id="rId3" Type="http://schemas.openxmlformats.org/officeDocument/2006/relationships/theme" Target="../theme/theme3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5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6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5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6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24</Paragraphs>
  <Slides>4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7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2026-06-02T14:32:48.997</cp:lastPrinted>
  <dcterms:created xsi:type="dcterms:W3CDTF">2026-06-02T09:32:48Z</dcterms:created>
  <dcterms:modified xsi:type="dcterms:W3CDTF">2026-06-02T09:32:49Z</dcterms:modified>
</cp:coreProperties>
</file>