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9425256-A064-4188-AB9D-D0BC8AC1E7B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378F3E2-DB2A-4F80-B355-5DCDFE69D3E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AEB101F-6D2C-4DC9-A6E1-0EF0E4E709E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BBE0184-F817-4F79-BF81-D661F0EC798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71F074E5-1546-4F43-94E7-643BF1DBC49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0DFE1B94-74E0-4397-B041-BCA0BFC9CC7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6D329ABB-D457-4FF9-BBBD-6DA32081730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8672080E-42AE-48AA-95AE-92730F03BB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D53B821-9E92-4B99-BB1C-946057EECAB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4C3FEBE-345E-422B-8ACE-C32042FDF13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EC8D240-B6FF-44E6-859A-FC44104BD4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2026-05-30T19:54:08.681</cp:lastPrinted>
  <dcterms:created xsi:type="dcterms:W3CDTF">2026-05-30T14:54:08Z</dcterms:created>
  <dcterms:modified xsi:type="dcterms:W3CDTF">2026-05-30T14:54:08Z</dcterms:modified>
</cp:coreProperties>
</file>