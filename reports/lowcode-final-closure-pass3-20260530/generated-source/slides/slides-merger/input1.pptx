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0DA9E3D-7CFE-4EFB-ACDB-E5B458B0C05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885C587-6F07-4036-A674-6A924228757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BA88559-7A67-4E14-9494-05F97E50EBC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F76A49D-017D-41AA-A4E8-402D28CD036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A5A8DB8-9F99-4551-8461-1014277A52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87FB8157-D70F-47F6-8429-7C6C096785B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862B5A0-6D0D-4C75-A852-0A785F4F307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0FEBAE9-5E13-4CBC-95E0-AA247B4CC34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41AA070-F540-48B0-8099-B9D7902694B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FEAB40-0D67-485B-AE43-50CFF21C3A5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8F7A4BF-27D2-4891-80F1-6C28BB8698D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2026-05-29T22:18:38.154</cp:lastPrinted>
  <dcterms:created xsi:type="dcterms:W3CDTF">2026-05-29T17:18:38Z</dcterms:created>
  <dcterms:modified xsi:type="dcterms:W3CDTF">2026-05-29T17:18:38Z</dcterms:modified>
</cp:coreProperties>
</file>