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F9D437B-CCD4-4E23-9108-46FE28A54CA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B0CE38F-1E03-4A44-82E0-FE87A8FC594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F301271-A2CD-4CD8-BFE4-B4A2341F85E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14D27D0-051F-4A6B-9E92-0519024F731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2BDE7B44-8887-48E0-93B3-F48F5E38028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59301EE3-F26C-4BE1-B757-41440F4B99E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27017B50-7F2E-4D68-84E4-8E18469ACA3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7778DCF-33DF-4A37-85A6-15644733E03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071583D-2451-4FC5-8310-A5A200E8ACB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7A45107-6F2F-4C64-877C-D260D16940D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D915559-6B6A-4FB3-B7D4-687345FA3F1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2026-06-01T20:55:12.209</cp:lastPrinted>
  <dcterms:created xsi:type="dcterms:W3CDTF">2026-06-01T15:55:12Z</dcterms:created>
  <dcterms:modified xsi:type="dcterms:W3CDTF">2026-06-01T15:55:12Z</dcterms:modified>
</cp:coreProperties>
</file>