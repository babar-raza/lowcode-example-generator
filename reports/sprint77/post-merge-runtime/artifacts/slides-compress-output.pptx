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CC4ABEED-7FB9-4186-B734-889E9757B25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 title=""/>
          <p:cNvSpPr txBox="1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LowCode Convert Demo</a:t>
            </a:r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4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4">
      <vt:lpstr>Arial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2026-05-18T13:21:46.473</cp:lastPrinted>
  <dcterms:created xsi:type="dcterms:W3CDTF">2026-05-18T08:21:46Z</dcterms:created>
  <dcterms:modified xsi:type="dcterms:W3CDTF">2026-05-24T04:20:09Z</dcterms:modified>
</cp:coreProperties>
</file>