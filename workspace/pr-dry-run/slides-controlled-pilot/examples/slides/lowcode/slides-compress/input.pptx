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D9B897-F3A7-4645-BD2E-F40E973C44A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14074FF-1A8D-41D5-BBA6-550CBC10BF4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3EC131-DD8A-43B4-B343-E3BA3DF5133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72586DA-3A17-4D78-87F8-E8650AD7A3D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ADED1FB-42AC-4BE6-A678-7D2381CA85B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DC445DA-CFE5-455A-8F0A-9367BE2C479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C3D66EA-7163-4901-AA66-A3AD322D75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EB8FAAE-BEE3-4461-B8F3-8E92366257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598BFAE-2667-4946-BD22-FBE2800A893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6FEABF7-D37D-4D6E-8F73-95F913B4957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6125EAE-CA26-44DD-9E70-EEAFCF64431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2026-06-01T20:55:04.997</cp:lastPrinted>
  <dcterms:created xsi:type="dcterms:W3CDTF">2026-06-01T15:55:05Z</dcterms:created>
  <dcterms:modified xsi:type="dcterms:W3CDTF">2026-06-01T15:55:05Z</dcterms:modified>
</cp:coreProperties>
</file>