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11E731-8630-47C3-8979-CA55CBBE9D7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070399-085D-4F5D-B0CF-F3BC1E9C032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9BB2291-7D29-477D-9D9B-096169E9ED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3D9F1F5-D64C-4D15-A0B3-3267A34F805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9AABD545-E56A-4ACE-9BC6-E0F26A84850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ADF0913-F61B-4F30-A4DE-2B0D7EFFFBD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9CA7A8B-A6DA-48DE-8496-364CF4D329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B44B10B-C5D0-47FF-BDC5-47004CD821A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F42E8E8-6565-42E5-8365-3272438DD2D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68AF52C-2A77-4026-8580-6C42D19F32E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856B33-4547-4F96-BC6E-B503828FABB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2026-06-01T20:55:21.124</cp:lastPrinted>
  <dcterms:created xsi:type="dcterms:W3CDTF">2026-06-01T15:55:21Z</dcterms:created>
  <dcterms:modified xsi:type="dcterms:W3CDTF">2026-06-01T15:55:21Z</dcterms:modified>
</cp:coreProperties>
</file>