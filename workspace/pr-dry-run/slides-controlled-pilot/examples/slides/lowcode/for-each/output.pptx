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184CE8D-B65E-4128-AB35-332ECAC700A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D7BCC3E-9F9F-4D55-9C52-62442F492F2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77F2274-3D4B-41A1-A4DA-6B0CFDC01E2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8736D1E-8456-4B45-B1D1-176E73BC0B9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7C98CF4-40EF-46AE-AB7D-2D919BCE95F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0464A12-6A80-4601-AE6F-FD1C014D23D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7AA6631-080A-4D4B-BFB2-B85C88401BA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D1F8F26-0308-4CBC-AB5F-9404A6B2966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9A76A49-15F6-46C9-89E0-A4434D8B10A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5A3BAF-9105-4F6D-AEED-F018318DF9C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8FC2C7-7BCD-4B6F-B746-785F80FFF22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6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2026-06-01T20:54:49.070</cp:lastPrinted>
  <dcterms:created xsi:type="dcterms:W3CDTF">2026-06-01T15:54:49Z</dcterms:created>
  <dcterms:modified xsi:type="dcterms:W3CDTF">2026-06-01T15:54:50Z</dcterms:modified>
</cp:coreProperties>
</file>