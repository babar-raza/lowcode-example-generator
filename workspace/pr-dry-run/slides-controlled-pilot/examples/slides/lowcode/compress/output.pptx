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83683AB4-9850-4683-B3F6-FDD5F3C6137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New shape" title=""/>
          <p:cNvSpPr/>
          <p:nvPr/>
        </p:nvSpPr>
        <p:spPr>
          <a:xfrm>
            <a:off x="1270000" y="1270000"/>
            <a:ext cx="2540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2"/>
  <p:tag name="AS_OS" val="Microsoft Windows NT 10.0.26200.0"/>
  <p:tag name="AS_RELEASE_DATE" val="2026.05.14"/>
  <p:tag name="AS_TITLE" val="Aspose.Slides for .NET6"/>
  <p:tag name="AS_VERSION" val="26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3</Paragraphs>
  <Slides>1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4">
      <vt:lpstr>Arial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26.0500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2026-06-02T14:32:38.181</cp:lastPrinted>
  <dcterms:created xsi:type="dcterms:W3CDTF">2026-06-02T09:32:38Z</dcterms:created>
  <dcterms:modified xsi:type="dcterms:W3CDTF">2026-06-02T09:32:40Z</dcterms:modified>
</cp:coreProperties>
</file>