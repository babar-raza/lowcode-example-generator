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62" r:id="rId2"/>
    <p:sldMasterId id="2147483665" r:id="rId3"/>
  </p:sldMasterIdLst>
  <p:sldIdLst>
    <p:sldId id="257" r:id="rId4"/>
    <p:sldId id="258" r:id="rId5"/>
    <p:sldId id="259" r:id="rId6"/>
    <p:sldId id="260" r:id="rId7"/>
  </p:sldIdLst>
  <p:sldSz cx="9144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viewProps" Target="viewProps.xml" /><Relationship Id="rId11" Type="http://schemas.openxmlformats.org/officeDocument/2006/relationships/theme" Target="theme/theme1.xml" /><Relationship Id="rId12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tags" Target="tags/tag1.xml" /><Relationship Id="rId9" Type="http://schemas.openxmlformats.org/officeDocument/2006/relationships/presProps" Target="pres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7C8DABE-AE8F-419E-A483-1D42D2025F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DB7807B-43E2-4E3B-B015-744E2F00AE1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79DF25E-2981-4BCC-B33D-50782D29A4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76DFF07-11BE-4688-A3A0-790CAFA4FC4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5345152E-E64E-48E1-8185-855066402A2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B62EDE49-9F28-4FE3-BEA1-9C782E0A09B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7EA14B1-6099-472B-9226-8DE7475BA89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D206A45-112C-42CE-B218-2FBD7768DD7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AEED1E1-FCEB-42EC-ACE6-A6934099A4A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960C6FF-750D-481B-A429-9579A1F9E68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48A803B-74C5-45B9-88AC-17851470563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F1C5A9D-5A05-4443-A0CA-9E6D4CDD2A2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BECBA066-44A2-47F6-A049-2BCB56C1BE8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011E731-8630-47C3-8979-CA55CBBE9D7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9CA7A8B-A6DA-48DE-8496-364CF4D3291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slideLayout" Target="../slideLayouts/slideLayout15.xml" /><Relationship Id="rId3" Type="http://schemas.openxmlformats.org/officeDocument/2006/relationships/theme" Target="../theme/theme3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kern="1200" noProof="1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  <p:sp>
        <p:nvSpPr>
          <p:cNvPr id="6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24</Paragraphs>
  <Slides>4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7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2026-06-01T20:55:21.192</cp:lastPrinted>
  <dcterms:created xsi:type="dcterms:W3CDTF">2026-06-01T15:55:21Z</dcterms:created>
  <dcterms:modified xsi:type="dcterms:W3CDTF">2026-06-01T15:55:21Z</dcterms:modified>
</cp:coreProperties>
</file>