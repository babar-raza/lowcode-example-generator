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62" r:id="rId2"/>
    <p:sldMasterId id="2147483665" r:id="rId3"/>
  </p:sldMasterIdLst>
  <p:sldIdLst>
    <p:sldId id="257" r:id="rId4"/>
    <p:sldId id="258" r:id="rId5"/>
    <p:sldId id="259" r:id="rId6"/>
    <p:sldId id="260" r:id="rId7"/>
  </p:sldIdLst>
  <p:sldSz cx="9144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viewProps" Target="viewProps.xml" /><Relationship Id="rId11" Type="http://schemas.openxmlformats.org/officeDocument/2006/relationships/theme" Target="theme/theme1.xml" /><Relationship Id="rId12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presProps" Target="pres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9C52B83-1B89-4C97-8224-54E42977CCD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BC7A4C0-49F4-4772-AB9F-F0CB0E9DB88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C20CD84-BD3F-4AC6-8EF8-A0CD245384E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C281E89-DBFF-496A-92B8-7076E9AA99C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7A52B70-226C-4DC5-BA7D-7D5B53AEFDE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845D288E-C258-4C7A-8D13-4581DDB1DD9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7C85A5C1-F657-416F-A777-C5255A203BF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736C576-A8EC-4A81-BD0A-E79EFE98256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21FE317-B07E-45BF-A6AA-50512B4E9C1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A1F54F8-AB17-4187-AD98-F9C25802C9B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ABB5E74-A21D-4537-AFB6-A840CCD3FE9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0DA9E3D-7CFE-4EFB-ACDB-E5B458B0C05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7862B5A0-6D0D-4C75-A852-0A785F4F307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4ED5EE-C5B1-4B98-9312-ED1097B6533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24DC453-2539-41FC-A3E3-B60B3CA7A02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slideLayout" Target="../slideLayouts/slideLayout15.xml" /><Relationship Id="rId3" Type="http://schemas.openxmlformats.org/officeDocument/2006/relationships/theme" Target="../theme/theme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24</Paragraphs>
  <Slides>4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7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2026-05-29T22:18:40.084</cp:lastPrinted>
  <dcterms:created xsi:type="dcterms:W3CDTF">2026-05-29T17:18:40Z</dcterms:created>
  <dcterms:modified xsi:type="dcterms:W3CDTF">2026-05-29T17:18:40Z</dcterms:modified>
</cp:coreProperties>
</file>