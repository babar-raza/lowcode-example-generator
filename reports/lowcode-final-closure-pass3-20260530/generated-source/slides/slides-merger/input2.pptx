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5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tags" Target="tags/tag1.xml" /><Relationship Id="rId5" Type="http://schemas.openxmlformats.org/officeDocument/2006/relationships/presProps" Target="presProps.xml" /><Relationship Id="rId6" Type="http://schemas.openxmlformats.org/officeDocument/2006/relationships/viewProps" Target="viewProps.xml" /><Relationship Id="rId7" Type="http://schemas.openxmlformats.org/officeDocument/2006/relationships/theme" Target="theme/theme1.xml" /><Relationship Id="rId8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34ED5EE-C5B1-4B98-9312-ED1097B6533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EE316D0-BF1B-4E34-AB45-EB0154E3FF1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BFEFED9-1AAE-4240-A754-02BDCC5C76F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DC9D69F1-AB02-463E-AD8C-B89B09CE318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D1FF6A66-F265-498A-B909-3474050B2D4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D57E5B60-8AA2-44A9-8C26-AA4256CB16C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824DC453-2539-41FC-A3E3-B60B3CA7A02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9495C486-88A0-4AD3-8EC2-85AE6C65417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1B43FA56-5134-4B80-A0A7-0D9FA1A7040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86C2E3A-F0B4-4955-9FF7-79BA4A85B0A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8D104AF-4AA5-4149-A3F6-340AA1E2369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1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2"/>
  <p:tag name="AS_OS" val="Microsoft Windows NT 10.0.26200.0"/>
  <p:tag name="AS_RELEASE_DATE" val="2026.05.14"/>
  <p:tag name="AS_TITLE" val="Aspose.Slides for .NET6"/>
  <p:tag name="AS_VERSION" val="26.5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0</Paragraphs>
  <Slides>2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Office Theme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26.0500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2026-05-29T22:18:40.002</cp:lastPrinted>
  <dcterms:created xsi:type="dcterms:W3CDTF">2026-05-29T17:18:40Z</dcterms:created>
  <dcterms:modified xsi:type="dcterms:W3CDTF">2026-05-29T17:18:40Z</dcterms:modified>
</cp:coreProperties>
</file>